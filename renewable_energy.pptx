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/>
            </a:pPr>
            <a:r>
              <a:t>Renewable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Solar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Converts sunlight into electricity using photovoltaic cells</a:t>
            </a:r>
          </a:p>
          <a:p>
            <a:pPr>
              <a:defRPr sz="2400"/>
            </a:pPr>
            <a:r>
              <a:t>• Clean and renewable energy source</a:t>
            </a:r>
          </a:p>
          <a:p>
            <a:pPr>
              <a:defRPr sz="2400"/>
            </a:pPr>
            <a:r>
              <a:t>• Declining costs over the last decade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Wind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Uses wind turbines to generate electricity</a:t>
            </a:r>
          </a:p>
          <a:p>
            <a:pPr>
              <a:defRPr sz="2400"/>
            </a:pPr>
            <a:r>
              <a:t>• Highly efficient in coastal and open areas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Benefits of Renewable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Reduces carbon emissions</a:t>
            </a:r>
          </a:p>
          <a:p>
            <a:pPr>
              <a:defRPr sz="2400"/>
            </a:pPr>
            <a:r>
              <a:t>• Sustainable and inexhaustible</a:t>
            </a:r>
          </a:p>
          <a:p>
            <a:pPr>
              <a:defRPr sz="2400"/>
            </a:pPr>
            <a:r>
              <a:t>• Creates green jobs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Renewable energy is essential for a sustainable future</a:t>
            </a:r>
          </a:p>
          <a:p>
            <a:pPr>
              <a:defRPr sz="2400"/>
            </a:pPr>
            <a:r>
              <a:t>• Investment in clean energy continues to grow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